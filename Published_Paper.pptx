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209DFB-6962-4774-AEC8-D5408570EABF}" v="12" dt="2025-10-31T07:30:26.9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ra Sekar" userId="224b03fb2df21a04" providerId="LiveId" clId="{B2902A68-78F9-4F49-AADB-5E06B132593E}"/>
    <pc:docChg chg="undo custSel addSld delSld modSld">
      <pc:chgData name="Chandra Sekar" userId="224b03fb2df21a04" providerId="LiveId" clId="{B2902A68-78F9-4F49-AADB-5E06B132593E}" dt="2025-10-31T07:31:43.871" v="139" actId="14100"/>
      <pc:docMkLst>
        <pc:docMk/>
      </pc:docMkLst>
      <pc:sldChg chg="add del">
        <pc:chgData name="Chandra Sekar" userId="224b03fb2df21a04" providerId="LiveId" clId="{B2902A68-78F9-4F49-AADB-5E06B132593E}" dt="2025-10-31T07:11:31.845" v="8" actId="47"/>
        <pc:sldMkLst>
          <pc:docMk/>
          <pc:sldMk cId="3025138449" sldId="256"/>
        </pc:sldMkLst>
      </pc:sldChg>
      <pc:sldChg chg="addSp delSp modSp mod setBg">
        <pc:chgData name="Chandra Sekar" userId="224b03fb2df21a04" providerId="LiveId" clId="{B2902A68-78F9-4F49-AADB-5E06B132593E}" dt="2025-10-31T07:31:43.871" v="139" actId="14100"/>
        <pc:sldMkLst>
          <pc:docMk/>
          <pc:sldMk cId="2594597913" sldId="257"/>
        </pc:sldMkLst>
        <pc:spChg chg="mod">
          <ac:chgData name="Chandra Sekar" userId="224b03fb2df21a04" providerId="LiveId" clId="{B2902A68-78F9-4F49-AADB-5E06B132593E}" dt="2025-10-31T07:28:21.334" v="113" actId="20577"/>
          <ac:spMkLst>
            <pc:docMk/>
            <pc:sldMk cId="2594597913" sldId="257"/>
            <ac:spMk id="2" creationId="{9F83DFB3-59F3-7BF7-79D6-5F42F71925F8}"/>
          </ac:spMkLst>
        </pc:spChg>
        <pc:spChg chg="del mod">
          <ac:chgData name="Chandra Sekar" userId="224b03fb2df21a04" providerId="LiveId" clId="{B2902A68-78F9-4F49-AADB-5E06B132593E}" dt="2025-10-31T07:27:17.077" v="101"/>
          <ac:spMkLst>
            <pc:docMk/>
            <pc:sldMk cId="2594597913" sldId="257"/>
            <ac:spMk id="3" creationId="{A6C1B49A-519E-6A83-711C-D4B14A891EE7}"/>
          </ac:spMkLst>
        </pc:spChg>
        <pc:spChg chg="add mod">
          <ac:chgData name="Chandra Sekar" userId="224b03fb2df21a04" providerId="LiveId" clId="{B2902A68-78F9-4F49-AADB-5E06B132593E}" dt="2025-10-31T07:31:43.871" v="139" actId="14100"/>
          <ac:spMkLst>
            <pc:docMk/>
            <pc:sldMk cId="2594597913" sldId="257"/>
            <ac:spMk id="4" creationId="{30383497-5CF7-0770-F360-7DDA3CFBE670}"/>
          </ac:spMkLst>
        </pc:spChg>
      </pc:sldChg>
      <pc:sldChg chg="modSp del mod">
        <pc:chgData name="Chandra Sekar" userId="224b03fb2df21a04" providerId="LiveId" clId="{B2902A68-78F9-4F49-AADB-5E06B132593E}" dt="2025-10-31T07:12:26.282" v="37" actId="47"/>
        <pc:sldMkLst>
          <pc:docMk/>
          <pc:sldMk cId="2148447641" sldId="258"/>
        </pc:sldMkLst>
        <pc:spChg chg="mod">
          <ac:chgData name="Chandra Sekar" userId="224b03fb2df21a04" providerId="LiveId" clId="{B2902A68-78F9-4F49-AADB-5E06B132593E}" dt="2025-10-31T07:09:58.639" v="0" actId="14100"/>
          <ac:spMkLst>
            <pc:docMk/>
            <pc:sldMk cId="2148447641" sldId="258"/>
            <ac:spMk id="3" creationId="{B5DEFCA2-1307-D5ED-51F7-B4AA61D1FFDA}"/>
          </ac:spMkLst>
        </pc:spChg>
      </pc:sldChg>
      <pc:sldChg chg="add del">
        <pc:chgData name="Chandra Sekar" userId="224b03fb2df21a04" providerId="LiveId" clId="{B2902A68-78F9-4F49-AADB-5E06B132593E}" dt="2025-10-31T07:12:24.761" v="36" actId="47"/>
        <pc:sldMkLst>
          <pc:docMk/>
          <pc:sldMk cId="1465996546" sldId="259"/>
        </pc:sldMkLst>
      </pc:sldChg>
      <pc:sldChg chg="modSp add mod">
        <pc:chgData name="Chandra Sekar" userId="224b03fb2df21a04" providerId="LiveId" clId="{B2902A68-78F9-4F49-AADB-5E06B132593E}" dt="2025-10-31T07:26:45.353" v="95" actId="20577"/>
        <pc:sldMkLst>
          <pc:docMk/>
          <pc:sldMk cId="3288189854" sldId="260"/>
        </pc:sldMkLst>
        <pc:spChg chg="mod">
          <ac:chgData name="Chandra Sekar" userId="224b03fb2df21a04" providerId="LiveId" clId="{B2902A68-78F9-4F49-AADB-5E06B132593E}" dt="2025-10-31T07:26:45.353" v="95" actId="20577"/>
          <ac:spMkLst>
            <pc:docMk/>
            <pc:sldMk cId="3288189854" sldId="260"/>
            <ac:spMk id="2" creationId="{A9EAC84D-10B2-A746-9716-C1A624FE7EFD}"/>
          </ac:spMkLst>
        </pc:spChg>
        <pc:spChg chg="mod">
          <ac:chgData name="Chandra Sekar" userId="224b03fb2df21a04" providerId="LiveId" clId="{B2902A68-78F9-4F49-AADB-5E06B132593E}" dt="2025-10-31T07:25:55.961" v="79" actId="6549"/>
          <ac:spMkLst>
            <pc:docMk/>
            <pc:sldMk cId="3288189854" sldId="260"/>
            <ac:spMk id="3" creationId="{20E0223D-D2B3-3A6A-AAD0-7BF1294E1EA6}"/>
          </ac:spMkLst>
        </pc:spChg>
      </pc:sldChg>
      <pc:sldChg chg="modSp add del mod">
        <pc:chgData name="Chandra Sekar" userId="224b03fb2df21a04" providerId="LiveId" clId="{B2902A68-78F9-4F49-AADB-5E06B132593E}" dt="2025-10-31T07:31:34.541" v="138" actId="47"/>
        <pc:sldMkLst>
          <pc:docMk/>
          <pc:sldMk cId="3638534800" sldId="261"/>
        </pc:sldMkLst>
        <pc:spChg chg="mod">
          <ac:chgData name="Chandra Sekar" userId="224b03fb2df21a04" providerId="LiveId" clId="{B2902A68-78F9-4F49-AADB-5E06B132593E}" dt="2025-10-31T07:25:07.493" v="76" actId="207"/>
          <ac:spMkLst>
            <pc:docMk/>
            <pc:sldMk cId="3638534800" sldId="261"/>
            <ac:spMk id="3" creationId="{9716518F-CEC7-9983-EABD-3386668C471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5C9C7-FFC6-421E-1EBE-C3A14BC16A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5C19C1-A8CA-9321-2B01-6BB10A955D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7EF67-8E89-3159-24A4-9F9B95CFD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82DC9-531F-4CE8-A0F1-31B7C032F7D6}" type="datetimeFigureOut">
              <a:rPr lang="en-SG" smtClean="0"/>
              <a:t>31/10/2025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FF076-0EFC-9998-A32B-037A82FB8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21584-2CA8-5129-B30B-9583CD8C5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BF707-B767-4269-8D2C-46AEA2DEA6C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24746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7F06A-87F9-6C81-D364-C76549206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80D56-729A-3C07-9DEB-E5FA77E01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4707B-F1A8-8DCD-D6F3-02EC3CAD0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82DC9-531F-4CE8-A0F1-31B7C032F7D6}" type="datetimeFigureOut">
              <a:rPr lang="en-SG" smtClean="0"/>
              <a:t>31/10/2025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0224B-12B7-9E9C-1889-722A5C4B9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18951-BC6A-CDDB-A351-7F3C9E407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BF707-B767-4269-8D2C-46AEA2DEA6C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41547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A1EAB-195D-4352-A8AA-1D64A47AC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18343-C6D4-E358-4249-749E103CD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E340B-66E0-E182-F2D7-57522AED0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82DC9-531F-4CE8-A0F1-31B7C032F7D6}" type="datetimeFigureOut">
              <a:rPr lang="en-SG" smtClean="0"/>
              <a:t>31/10/2025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77947-E219-1CED-9485-4584CF154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310DB-056B-E3C7-9F95-579F60034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BF707-B767-4269-8D2C-46AEA2DEA6C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80941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D8905-34E9-CFD7-E596-910365C85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9E410-0496-3555-9FBA-0F2B6FF781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7EAE58-1D22-A5ED-1B06-2090AD90B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B515C-0A2C-019A-D30C-F5E4D82EA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82DC9-531F-4CE8-A0F1-31B7C032F7D6}" type="datetimeFigureOut">
              <a:rPr lang="en-SG" smtClean="0"/>
              <a:t>31/10/2025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C7743-0ED3-7D14-08E5-48438B0BA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C1EB08-9438-5DEC-2DE0-D66FFE541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BF707-B767-4269-8D2C-46AEA2DEA6C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2728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D556F-8B29-D9CE-8760-F4CAF30C7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61A51-8AB6-0341-0572-9E76DEB46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A02B6F-9B62-4A45-1676-ADD43C6F5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333E95-AF2B-EA26-5558-C5D8B5378B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E74E91-FA1A-E9F0-A35F-3308701584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702454-1052-1C0A-AB82-EC3F3F997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82DC9-531F-4CE8-A0F1-31B7C032F7D6}" type="datetimeFigureOut">
              <a:rPr lang="en-SG" smtClean="0"/>
              <a:t>31/10/2025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F0E2E1-152F-73F2-0862-6A2FF248A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C7A7CF-CCFB-8D2E-0C68-3738DB71E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BF707-B767-4269-8D2C-46AEA2DEA6C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07471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D4C97-DBC1-1A12-3C26-AB0595FBA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0E713A-DFF5-F1D8-FC9A-418F0D0AF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82DC9-531F-4CE8-A0F1-31B7C032F7D6}" type="datetimeFigureOut">
              <a:rPr lang="en-SG" smtClean="0"/>
              <a:t>31/10/2025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52B2B2-9DF7-C976-B776-5D9D9AC66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6EB9B-771F-B992-FBAD-02F694933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BF707-B767-4269-8D2C-46AEA2DEA6C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63893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57D760-2AEC-FE39-63C8-EF2190D7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82DC9-531F-4CE8-A0F1-31B7C032F7D6}" type="datetimeFigureOut">
              <a:rPr lang="en-SG" smtClean="0"/>
              <a:t>31/10/2025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8F3FB8-128F-6F0C-2AF0-46E338796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BE1F8-5BD5-0833-0958-0D2084020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BF707-B767-4269-8D2C-46AEA2DEA6C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29470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4471-6C88-E673-6C1A-8EE2EB281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92CC7-5A7D-5A35-EEFB-959E1E15A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01850E-8314-A075-1BAC-F2AA525AC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A42951-DF17-F5A3-5E56-21CBF1033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82DC9-531F-4CE8-A0F1-31B7C032F7D6}" type="datetimeFigureOut">
              <a:rPr lang="en-SG" smtClean="0"/>
              <a:t>31/10/2025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157042-8FF5-530B-55D9-EB6CB700C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A314F8-903D-080A-C1C2-F995A6C88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BF707-B767-4269-8D2C-46AEA2DEA6C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3555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D439-EA4B-C54C-AE71-A0EE09CFA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16203D-64D3-ED64-9DB2-DD70560AF0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01AA6-5000-8BA2-3226-BC785399AC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154D7-3629-5855-05D9-9FD156794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82DC9-531F-4CE8-A0F1-31B7C032F7D6}" type="datetimeFigureOut">
              <a:rPr lang="en-SG" smtClean="0"/>
              <a:t>31/10/2025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4B2BE1-698D-A111-5B84-0496EB513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0A352-FF41-49C1-06D1-93A35F77E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BF707-B767-4269-8D2C-46AEA2DEA6C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68391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49C0C-FE49-37CE-0C74-CCA205C46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8ABD43-324C-BDD6-B37D-CD58382DF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2E3DB-478C-608E-7583-F941C0554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82DC9-531F-4CE8-A0F1-31B7C032F7D6}" type="datetimeFigureOut">
              <a:rPr lang="en-SG" smtClean="0"/>
              <a:t>31/10/2025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B8925-D178-FBBF-71B3-C82DF7830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9C8E5-A273-8DB8-82CA-16B936101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BF707-B767-4269-8D2C-46AEA2DEA6C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82198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44598A-336F-52C3-AE2D-940990F4D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1D843F-08BD-E49C-BFA5-68802E6F1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C6C6A-9C83-6A1F-F2F8-F8B38A163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82DC9-531F-4CE8-A0F1-31B7C032F7D6}" type="datetimeFigureOut">
              <a:rPr lang="en-SG" smtClean="0"/>
              <a:t>31/10/2025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96FE9-D601-7721-FDBD-41CCA4DAC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33766-7029-8354-A29F-60778560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BF707-B767-4269-8D2C-46AEA2DEA6C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06217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EBC5D6-50C9-9841-AE54-D42B4E11D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0190A-FD24-763B-A4FE-96FCCF520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F798A-70AC-A44F-D714-97755F50E2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382DC9-531F-4CE8-A0F1-31B7C032F7D6}" type="datetimeFigureOut">
              <a:rPr lang="en-SG" smtClean="0"/>
              <a:t>31/10/2025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8C015-23F1-4860-241F-29D148EC2D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91820-1554-EAA5-2FBB-14C014EF4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3BF707-B767-4269-8D2C-46AEA2DEA6C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0127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42/S2717554524500140" TargetMode="External"/><Relationship Id="rId2" Type="http://schemas.openxmlformats.org/officeDocument/2006/relationships/hyperlink" Target="https://www.worldscientific.com/doi/abs/10.1142/S2717554524500140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scholar.google.com/citations?view_op=view_citation&amp;hl=en&amp;user=PbeihqwAAAAJ&amp;sortby=pubdate&amp;citation_for_view=PbeihqwAAAAJ:raTqNPD5sRQC" TargetMode="External"/><Relationship Id="rId4" Type="http://schemas.openxmlformats.org/officeDocument/2006/relationships/hyperlink" Target="https://scholar.google.com/citations?view_op=view_citation&amp;hl=en&amp;user=PbeihqwAAAAJ&amp;sortby=pubdate&amp;citation_for_view=PbeihqwAAAAJ:YsrPvlHIBpEC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s.org.sg/media/scs-magazine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9FFD02-83A5-3EE1-D646-0489B40C7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3DFB3-59F3-7BF7-79D6-5F42F71925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4695"/>
            <a:ext cx="9144000" cy="585627"/>
          </a:xfrm>
        </p:spPr>
        <p:txBody>
          <a:bodyPr>
            <a:noAutofit/>
          </a:bodyPr>
          <a:lstStyle/>
          <a:p>
            <a:r>
              <a:rPr lang="en-US" sz="3600" b="1" i="1" dirty="0">
                <a:highlight>
                  <a:srgbClr val="FFFF00"/>
                </a:highlight>
              </a:rPr>
              <a:t>Recent Published Paper </a:t>
            </a:r>
            <a:r>
              <a:rPr lang="en-US" sz="3600" dirty="0">
                <a:highlight>
                  <a:srgbClr val="FFFF00"/>
                </a:highlight>
              </a:rPr>
              <a:t>- 1 </a:t>
            </a:r>
            <a:endParaRPr lang="en-SG" sz="3600" dirty="0">
              <a:highlight>
                <a:srgbClr val="FFFF0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383497-5CF7-0770-F360-7DDA3CFBE670}"/>
              </a:ext>
            </a:extLst>
          </p:cNvPr>
          <p:cNvSpPr txBox="1"/>
          <p:nvPr/>
        </p:nvSpPr>
        <p:spPr>
          <a:xfrm>
            <a:off x="192024" y="859536"/>
            <a:ext cx="11914632" cy="4416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SG" dirty="0"/>
              <a:t>Priyanshu Dhingra, Satyam Agrawal</a:t>
            </a:r>
            <a:r>
              <a:rPr lang="en-SG" b="1" dirty="0"/>
              <a:t>, Chandra Sekar Veerappan</a:t>
            </a:r>
            <a:r>
              <a:rPr lang="en-SG" dirty="0"/>
              <a:t>, Eng Siong Chng, Rong Tong, "</a:t>
            </a:r>
            <a:r>
              <a:rPr lang="en-SG" b="1" i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Leveraging Large Language Models for Speech De-Identification</a:t>
            </a:r>
            <a:r>
              <a:rPr lang="en-SG" b="1" dirty="0"/>
              <a:t> </a:t>
            </a:r>
            <a:r>
              <a:rPr lang="en-SG" dirty="0"/>
              <a:t>", </a:t>
            </a:r>
            <a:r>
              <a:rPr lang="en-SG" b="1" dirty="0"/>
              <a:t>2025,</a:t>
            </a:r>
            <a:r>
              <a:rPr lang="en-SG" dirty="0"/>
              <a:t> International Journal of Asian Language Processing, </a:t>
            </a:r>
            <a:r>
              <a:rPr lang="en-SG" dirty="0" err="1"/>
              <a:t>doi</a:t>
            </a:r>
            <a:r>
              <a:rPr lang="en-SG" dirty="0"/>
              <a:t>: </a:t>
            </a:r>
            <a:r>
              <a:rPr lang="en-SG" dirty="0">
                <a:hlinkClick r:id="rId3"/>
              </a:rPr>
              <a:t>https://doi.org/10.1142/S2717554524500140</a:t>
            </a:r>
            <a:r>
              <a:rPr lang="en-SG" dirty="0"/>
              <a:t>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SG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SG" dirty="0"/>
              <a:t>P Dhingra, S Satyam, </a:t>
            </a:r>
            <a:r>
              <a:rPr lang="en-SG" b="1" dirty="0"/>
              <a:t>CS Veerappan</a:t>
            </a:r>
            <a:r>
              <a:rPr lang="en-SG" dirty="0"/>
              <a:t>, C Eng Siong, </a:t>
            </a:r>
            <a:r>
              <a:rPr lang="en-SG" b="1" dirty="0"/>
              <a:t>R Tong</a:t>
            </a:r>
            <a:r>
              <a:rPr lang="en-SG" dirty="0"/>
              <a:t>, "</a:t>
            </a:r>
            <a:r>
              <a:rPr lang="en-SG" b="1" i="1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Enhancing Speech De-identification with LLM-Based Data Augmentation</a:t>
            </a:r>
            <a:r>
              <a:rPr lang="en-SG" dirty="0"/>
              <a:t>", </a:t>
            </a:r>
            <a:r>
              <a:rPr lang="en-SG" b="1" dirty="0"/>
              <a:t>ICAICTA</a:t>
            </a:r>
            <a:r>
              <a:rPr lang="en-SG" dirty="0"/>
              <a:t>  </a:t>
            </a:r>
            <a:r>
              <a:rPr lang="en-SG" b="1" dirty="0"/>
              <a:t>2024</a:t>
            </a:r>
            <a:r>
              <a:rPr lang="en-SG" dirty="0"/>
              <a:t>, pp. 1-5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SG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SG" b="1" dirty="0"/>
              <a:t>CS Veerappan</a:t>
            </a:r>
            <a:r>
              <a:rPr lang="en-SG" dirty="0"/>
              <a:t>, P Dhingra, Z Wang, </a:t>
            </a:r>
            <a:r>
              <a:rPr lang="en-SG" b="1" dirty="0"/>
              <a:t>R Tong</a:t>
            </a:r>
            <a:r>
              <a:rPr lang="en-SG" dirty="0"/>
              <a:t>, "</a:t>
            </a:r>
            <a:r>
              <a:rPr lang="en-SG" b="1" i="1" dirty="0" err="1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SpeeDF</a:t>
            </a:r>
            <a:r>
              <a:rPr lang="en-SG" b="1" i="1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-A Speech De-identification Framework</a:t>
            </a:r>
            <a:r>
              <a:rPr lang="en-SG" dirty="0"/>
              <a:t>", </a:t>
            </a:r>
            <a:r>
              <a:rPr lang="en-SG" b="1" dirty="0"/>
              <a:t>TENCON,</a:t>
            </a:r>
            <a:r>
              <a:rPr lang="en-SG" dirty="0"/>
              <a:t> pp. 31-34. </a:t>
            </a:r>
            <a:r>
              <a:rPr lang="en-SG" b="1" dirty="0"/>
              <a:t>IEEE, </a:t>
            </a:r>
            <a:r>
              <a:rPr lang="en-SG" dirty="0"/>
              <a:t>2024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SG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SG" dirty="0"/>
              <a:t>Priyanshu Dhingra, Satyam Agrawal, </a:t>
            </a:r>
            <a:r>
              <a:rPr lang="en-SG" b="1" dirty="0"/>
              <a:t>Chandra Sekar Veerappan</a:t>
            </a:r>
            <a:r>
              <a:rPr lang="en-SG" dirty="0"/>
              <a:t>, Ho </a:t>
            </a:r>
            <a:r>
              <a:rPr lang="en-SG" dirty="0" err="1"/>
              <a:t>Thi</a:t>
            </a:r>
            <a:r>
              <a:rPr lang="en-SG" dirty="0"/>
              <a:t> Nga, Eng Siong Chng, Rong Tong, "</a:t>
            </a:r>
            <a:r>
              <a:rPr lang="en-SG" b="1" i="1" dirty="0"/>
              <a:t>Speech de-identification data augmentation leveraging large language model</a:t>
            </a:r>
            <a:r>
              <a:rPr lang="en-SG" dirty="0"/>
              <a:t>", International Conference on Asian Language Processing (</a:t>
            </a:r>
            <a:r>
              <a:rPr lang="en-SG" b="1" dirty="0"/>
              <a:t>IALP)</a:t>
            </a:r>
            <a:r>
              <a:rPr lang="en-SG" dirty="0"/>
              <a:t>, pp. 97-102. IEEE,  </a:t>
            </a:r>
            <a:r>
              <a:rPr lang="en-SG" b="1" dirty="0"/>
              <a:t>2024  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94597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0AF207-0888-3B69-FD9E-0B93ADA3B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AC84D-10B2-A746-9716-C1A624FE7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4695"/>
            <a:ext cx="9144000" cy="585627"/>
          </a:xfrm>
        </p:spPr>
        <p:txBody>
          <a:bodyPr>
            <a:noAutofit/>
          </a:bodyPr>
          <a:lstStyle/>
          <a:p>
            <a:r>
              <a:rPr lang="en-US" sz="3600" b="1" i="1" dirty="0">
                <a:highlight>
                  <a:srgbClr val="FFFF00"/>
                </a:highlight>
              </a:rPr>
              <a:t>Published Paper and Book chapter </a:t>
            </a:r>
            <a:r>
              <a:rPr lang="en-US" sz="3600" dirty="0">
                <a:highlight>
                  <a:srgbClr val="FFFF00"/>
                </a:highlight>
              </a:rPr>
              <a:t> - 2 </a:t>
            </a:r>
            <a:endParaRPr lang="en-SG" sz="3600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E0223D-D2B3-3A6A-AAD0-7BF1294E1EA6}"/>
              </a:ext>
            </a:extLst>
          </p:cNvPr>
          <p:cNvSpPr txBox="1"/>
          <p:nvPr/>
        </p:nvSpPr>
        <p:spPr>
          <a:xfrm>
            <a:off x="143123" y="731520"/>
            <a:ext cx="1204887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 </a:t>
            </a:r>
            <a:r>
              <a:rPr lang="en-US" b="1" dirty="0"/>
              <a:t>A Cross-Platform Smart Drone Controller Framework for real-time surveillance and inspection</a:t>
            </a:r>
            <a:r>
              <a:rPr lang="en-US" dirty="0"/>
              <a:t> - International Conference of Unmanned Aerial Systems and Aerospace, ICUASA  2022.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Smart Drone Controller Framework—Toward an Internet of Drones</a:t>
            </a:r>
            <a:r>
              <a:rPr lang="en-US" dirty="0"/>
              <a:t> (Book chapter -Pages 1-14, AI and IoT for Smart City Applications, Springer)</a:t>
            </a:r>
          </a:p>
          <a:p>
            <a:pPr fontAlgn="base"/>
            <a:r>
              <a:rPr lang="en-US" dirty="0"/>
              <a:t> 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C. S. Veerappan, P. L. K. Keong, V. Balachandran and M. S. B. M. Fadilah, "</a:t>
            </a:r>
            <a:r>
              <a:rPr lang="en-US" b="1" dirty="0"/>
              <a:t>DRAT :A Penetration Testing Framework for Drones</a:t>
            </a:r>
            <a:r>
              <a:rPr lang="en-US" dirty="0"/>
              <a:t>," 2021 IEEE 16th Conference on Industrial Electronics and Applications (ICIEA), 2021, pp. 498-503.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X. Zhao, C.S. Veerappan, P. Loh, and C. Wee, “</a:t>
            </a:r>
            <a:r>
              <a:rPr lang="en-US" b="1" dirty="0"/>
              <a:t>Towards Cross-platform Detection of Cyber-Attacks Using Micro-agents</a:t>
            </a:r>
            <a:r>
              <a:rPr lang="en-US" dirty="0"/>
              <a:t>”, International Journal of Cyber-Security and Digital Forensics, pp 108-119, Vol. 8, Issue 2, June 2019.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SG" b="1" dirty="0"/>
              <a:t>C. S. Veerappan</a:t>
            </a:r>
            <a:r>
              <a:rPr lang="en-SG" dirty="0"/>
              <a:t>, P. L. K. Keong, Z. Tang and F. Tan, "</a:t>
            </a:r>
            <a:r>
              <a:rPr lang="en-SG" b="1" dirty="0"/>
              <a:t>Taxonomy on malware evasion countermeasures techniques</a:t>
            </a:r>
            <a:r>
              <a:rPr lang="en-SG" dirty="0"/>
              <a:t>," </a:t>
            </a:r>
            <a:r>
              <a:rPr lang="en-SG" i="1" dirty="0"/>
              <a:t>2018 IEEE 4th World Forum on Internet of Things (WF-IoT)</a:t>
            </a:r>
            <a:r>
              <a:rPr lang="en-SG" dirty="0"/>
              <a:t>, Singapore, 2018, pp. 558-563, </a:t>
            </a:r>
            <a:r>
              <a:rPr lang="en-SG" dirty="0" err="1"/>
              <a:t>doi</a:t>
            </a:r>
            <a:r>
              <a:rPr lang="en-SG" dirty="0"/>
              <a:t>: 10.1109/WF-IoT.2018.8355202</a:t>
            </a:r>
            <a:endParaRPr lang="en-US" dirty="0"/>
          </a:p>
          <a:p>
            <a:pPr fontAlgn="base"/>
            <a:endParaRPr lang="en-US" dirty="0"/>
          </a:p>
          <a:p>
            <a:pPr fontAlgn="base"/>
            <a:r>
              <a:rPr lang="en-US" u="sng" dirty="0"/>
              <a:t>Other contribution:</a:t>
            </a:r>
            <a:r>
              <a:rPr lang="en-US" dirty="0"/>
              <a:t> 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Regular </a:t>
            </a:r>
            <a:r>
              <a:rPr lang="en-US" b="1" dirty="0">
                <a:highlight>
                  <a:srgbClr val="FFFF00"/>
                </a:highlight>
              </a:rPr>
              <a:t>IT Quiz</a:t>
            </a:r>
            <a:r>
              <a:rPr lang="en-US" dirty="0">
                <a:highlight>
                  <a:srgbClr val="FFFF00"/>
                </a:highlight>
              </a:rPr>
              <a:t> </a:t>
            </a:r>
            <a:r>
              <a:rPr lang="en-US" b="1" dirty="0">
                <a:highlight>
                  <a:srgbClr val="FFFF00"/>
                </a:highlight>
              </a:rPr>
              <a:t>columnist to IT Society Magazine</a:t>
            </a:r>
            <a:r>
              <a:rPr lang="en-US" dirty="0">
                <a:highlight>
                  <a:srgbClr val="FFFF00"/>
                </a:highlight>
              </a:rPr>
              <a:t> </a:t>
            </a:r>
            <a:r>
              <a:rPr lang="en-US" dirty="0"/>
              <a:t>since </a:t>
            </a:r>
            <a:r>
              <a:rPr lang="en-US" b="1" dirty="0"/>
              <a:t>2012 to 2015 </a:t>
            </a:r>
            <a:r>
              <a:rPr lang="en-US" dirty="0"/>
              <a:t>published by Singapore Computer Society (</a:t>
            </a:r>
            <a:r>
              <a:rPr lang="en-US" u="sng" dirty="0">
                <a:hlinkClick r:id="rId2"/>
              </a:rPr>
              <a:t>SCS Magazine - Singapore Computer Society</a:t>
            </a:r>
            <a:r>
              <a:rPr lang="en-US" dirty="0"/>
              <a:t>) 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88189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406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Recent Published Paper - 1 </vt:lpstr>
      <vt:lpstr>Published Paper and Book chapter  - 2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Chandra Sekar</dc:creator>
  <cp:lastModifiedBy>Chandra Sekar</cp:lastModifiedBy>
  <cp:revision>1</cp:revision>
  <dcterms:created xsi:type="dcterms:W3CDTF">2025-10-31T07:07:58Z</dcterms:created>
  <dcterms:modified xsi:type="dcterms:W3CDTF">2025-10-31T07:31:52Z</dcterms:modified>
</cp:coreProperties>
</file>